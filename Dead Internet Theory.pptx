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155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7DCA0E-9A08-761A-CCF0-256CB0A09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084366-354A-75AC-23B1-353323F0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8E19DF-D44D-EDCB-A733-676D8AEF4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AA59761-803C-90EE-B01A-1CCFBF27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E78583-6CD8-610F-8E8C-8D321BE71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46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7E36C8-C2C7-DFAF-25E1-BB5439F8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DDD68A-9183-C413-7320-25F86A0419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DA9BC6-609A-7C96-120E-844AB3BB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606B8E-6702-4231-ACD1-092A911E6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226921-6F54-E1A0-1853-ECF43566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633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ECCEE-6F71-DBF1-5773-FEB80FF0D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05AF8CC-5666-64E7-07F1-55982A81B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72732C-89A7-1352-6420-6D179B068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CF53B8-6882-C356-9E95-11E548ACF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7A7A3CF-CF3D-94B6-7AF8-3BF74E8B8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77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772D5-F2F5-772C-7812-2D5F794D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2BDA1E-605F-026E-7238-D507D38879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8851D7-1DCC-24C7-1120-22341A2A7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AD0FF8-CFDE-A61C-D7E2-AE2D35D79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C588CC-C460-6B4F-7134-2580F026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3A874D-E8D9-D3E6-1E0B-767D7EB2F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04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AE910-8629-BDCD-CF8E-1717BD0D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DC7BDB-C840-2C89-4325-222F463A6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15313D0-9C9C-3646-FA1C-062986F0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3A5CB3-22F1-58E3-1C87-53C8B3713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C7FA2FE-5E13-D91E-4293-21ADAF1F1C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071C839-9712-FF83-CAFC-34B2DCB38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402DC0-2AD4-FFF2-04A1-3992BDA58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068C87C-D00D-4532-D1B0-211F1CEC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10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2FA15-917D-9EEA-7E73-FF943A76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D7AB53-8484-57F5-4A9E-76484070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56E037-C3CE-16D5-6B3E-53B3A7B02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9583BE-D40A-DD88-2C58-001412A8E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916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AFC72F-6F81-F771-5E8C-360D3B487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77770F5-807A-835D-6008-570EBB028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1B3328-0D96-0EBA-5C54-847BDA8D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2363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32B7CF-4E95-ACE4-EF9B-9DBBBD966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EA3429-EF75-6214-4314-2B0FA6BAE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790535-6F40-24F8-F94E-B544C04D8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BB20C5-A73E-A49C-BD8C-0C9A14055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836D5A-4DCA-AFE3-56A2-DE67B8B1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01B3CF-FE9F-CF47-B6E3-2E9047343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9380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67339-FBCB-5C5E-399F-C36DBB25C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8480501-8327-C361-8D75-D61A23435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7AC5FF9-EEF1-D8DC-5498-807245C5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F8F828-C781-BFC6-1FA7-206952A15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7DCFD2-89C6-2CE8-1A60-A9996785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5E6FDA-6DFA-8765-0422-3A197571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777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FCD00-D0F4-05D0-9683-A351C186F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399C068-AE9C-6F8F-D6FB-84238E64F5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60DBC8-D3F9-5764-2B20-E9D295D2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531AA3-5EF4-5307-FBD3-353E595A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F06968-097F-EF50-A3DF-C6742C8F4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2368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9900E24-106D-734C-8448-F411F446F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BDF1E0-CF51-B6EE-BB74-654AAAFF10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83E8B-92D9-E731-F565-32667F9B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9848D8-2A78-816B-061B-179607A0A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3200D8-3DDE-6FC0-A7FF-F3FEC4FD8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62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CEC4390-5503-F516-842F-AB962AC18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B4AE38-E546-5652-38AB-1491C2372C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C09709-D994-30B7-B365-50C60BA9CC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253EA8-5384-4076-AE66-5169F2EA6544}" type="datetimeFigureOut">
              <a:rPr lang="ko-KR" altLang="en-US" smtClean="0"/>
              <a:t>2025-10-28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9A0DE7-D489-E8BC-4DEE-D7C651F94B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2AE0CD-C8A5-9A3A-E034-F9C94C8D2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A29DB-9C5E-4E89-8C08-37101B15241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6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8383FE-94AD-BA44-21AC-04A7F62D18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1168"/>
            <a:ext cx="9144000" cy="1192276"/>
          </a:xfrm>
        </p:spPr>
        <p:txBody>
          <a:bodyPr/>
          <a:lstStyle/>
          <a:p>
            <a:r>
              <a:rPr lang="en-US" altLang="ko-KR" b="1" dirty="0"/>
              <a:t>Dead Internet Theory </a:t>
            </a:r>
            <a:endParaRPr lang="ko-KR" altLang="en-US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DCC16C-9A41-EF12-7992-D66BDFA74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00165" y="4025138"/>
            <a:ext cx="4867835" cy="434788"/>
          </a:xfrm>
        </p:spPr>
        <p:txBody>
          <a:bodyPr>
            <a:normAutofit/>
          </a:bodyPr>
          <a:lstStyle/>
          <a:p>
            <a:r>
              <a:rPr lang="ko-KR" altLang="en-US" sz="2000" b="1" dirty="0">
                <a:latin typeface="+mj-lt"/>
              </a:rPr>
              <a:t>컴퓨터정보공학</a:t>
            </a:r>
            <a:r>
              <a:rPr lang="en-US" altLang="ko-KR" sz="2000" b="1" dirty="0">
                <a:latin typeface="+mj-lt"/>
              </a:rPr>
              <a:t>(</a:t>
            </a:r>
            <a:r>
              <a:rPr lang="ko-KR" altLang="en-US" sz="2000" b="1" dirty="0">
                <a:latin typeface="+mj-lt"/>
              </a:rPr>
              <a:t>심화</a:t>
            </a:r>
            <a:r>
              <a:rPr lang="en-US" altLang="ko-KR" sz="2000" b="1" dirty="0">
                <a:latin typeface="+mj-lt"/>
              </a:rPr>
              <a:t>) 202547018 </a:t>
            </a:r>
            <a:r>
              <a:rPr lang="ko-KR" altLang="en-US" sz="2000" b="1" dirty="0">
                <a:latin typeface="+mj-lt"/>
              </a:rPr>
              <a:t>김 산</a:t>
            </a:r>
          </a:p>
        </p:txBody>
      </p:sp>
    </p:spTree>
    <p:extLst>
      <p:ext uri="{BB962C8B-B14F-4D97-AF65-F5344CB8AC3E}">
        <p14:creationId xmlns:p14="http://schemas.microsoft.com/office/powerpoint/2010/main" val="148031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7EB4A-D4C8-2F28-D281-C24A1FAFF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261FE4-6E57-AD4F-18D9-1E89466ED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77412" cy="1325563"/>
          </a:xfrm>
        </p:spPr>
        <p:txBody>
          <a:bodyPr/>
          <a:lstStyle/>
          <a:p>
            <a:r>
              <a:rPr lang="ko-KR" altLang="en-US" b="1" dirty="0"/>
              <a:t>죽은 인터넷 이론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5EF922-7C5A-03EA-9204-D213E55F53C2}"/>
              </a:ext>
            </a:extLst>
          </p:cNvPr>
          <p:cNvSpPr txBox="1"/>
          <p:nvPr/>
        </p:nvSpPr>
        <p:spPr>
          <a:xfrm>
            <a:off x="942679" y="2204954"/>
            <a:ext cx="7882821" cy="20005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인터넷의 대부분이 실제 인간이 아니라 봇</a:t>
            </a:r>
            <a:r>
              <a:rPr lang="en-US" altLang="ko-KR" sz="1400" dirty="0"/>
              <a:t>, </a:t>
            </a:r>
            <a:r>
              <a:rPr lang="ko-KR" altLang="en-US" sz="1400" dirty="0"/>
              <a:t>알고리즘</a:t>
            </a:r>
            <a:r>
              <a:rPr lang="en-US" altLang="ko-KR" sz="1400" dirty="0"/>
              <a:t>, </a:t>
            </a:r>
            <a:r>
              <a:rPr lang="ko-KR" altLang="en-US" sz="1400" dirty="0"/>
              <a:t>자동 생성 콘텐츠로 채워져 있다는 음모론</a:t>
            </a:r>
            <a:endParaRPr lang="en-US" altLang="ko-KR" sz="1400" dirty="0"/>
          </a:p>
          <a:p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ko-KR" altLang="en-US" sz="1400" b="1" dirty="0"/>
              <a:t>실제 사람은 거의 없고 인터넷의 생명력은 이미 끝났다</a:t>
            </a:r>
            <a:r>
              <a:rPr lang="ko-KR" altLang="en-US" sz="1400" dirty="0"/>
              <a:t>는 주장</a:t>
            </a:r>
            <a:endParaRPr lang="en-US" altLang="ko-KR" sz="1400" dirty="0"/>
          </a:p>
          <a:p>
            <a:endParaRPr lang="en-US" altLang="ko-KR" sz="1200" b="1" dirty="0"/>
          </a:p>
          <a:p>
            <a:endParaRPr lang="en-US" altLang="ko-KR" sz="1200" b="1" dirty="0"/>
          </a:p>
          <a:p>
            <a:r>
              <a:rPr lang="en-US" altLang="ko-KR" sz="1200" dirty="0"/>
              <a:t>2020</a:t>
            </a:r>
            <a:r>
              <a:rPr lang="ko-KR" altLang="en-US" sz="1200" dirty="0"/>
              <a:t>년대 초반부터 </a:t>
            </a:r>
            <a:r>
              <a:rPr lang="en-US" altLang="ko-KR" sz="1200" dirty="0"/>
              <a:t>Reddit, Twitter(X), YouTube </a:t>
            </a:r>
            <a:r>
              <a:rPr lang="ko-KR" altLang="en-US" sz="1200" dirty="0"/>
              <a:t>같은 플랫폼에 </a:t>
            </a:r>
            <a:r>
              <a:rPr lang="en-US" altLang="ko-KR" sz="1200" dirty="0"/>
              <a:t>“</a:t>
            </a:r>
            <a:r>
              <a:rPr lang="ko-KR" altLang="en-US" sz="1200" dirty="0"/>
              <a:t>댓글이 너무 똑같다</a:t>
            </a:r>
            <a:r>
              <a:rPr lang="en-US" altLang="ko-KR" sz="1200" dirty="0"/>
              <a:t>”</a:t>
            </a:r>
            <a:r>
              <a:rPr lang="ko-KR" altLang="en-US" sz="1200" dirty="0"/>
              <a:t> </a:t>
            </a:r>
            <a:r>
              <a:rPr lang="en-US" altLang="ko-KR" sz="1200" dirty="0"/>
              <a:t>“</a:t>
            </a:r>
            <a:r>
              <a:rPr lang="ko-KR" altLang="en-US" sz="1200" dirty="0"/>
              <a:t>대화가 기계적이다</a:t>
            </a:r>
            <a:r>
              <a:rPr lang="en-US" altLang="ko-KR" sz="1200" dirty="0"/>
              <a:t>”</a:t>
            </a:r>
            <a:r>
              <a:rPr lang="ko-KR" altLang="en-US" sz="1200" dirty="0"/>
              <a:t> 이런 말이 많아지면서 유행했다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대부분의 콘텐츠가 </a:t>
            </a:r>
            <a:r>
              <a:rPr lang="en-US" altLang="ko-KR" sz="1200" dirty="0"/>
              <a:t>Ai </a:t>
            </a:r>
            <a:r>
              <a:rPr lang="ko-KR" altLang="en-US" sz="1200" dirty="0"/>
              <a:t>또는 정부</a:t>
            </a:r>
            <a:r>
              <a:rPr lang="en-US" altLang="ko-KR" sz="1200" dirty="0"/>
              <a:t>·</a:t>
            </a:r>
            <a:r>
              <a:rPr lang="ko-KR" altLang="en-US" sz="1200" dirty="0"/>
              <a:t>기업이 만든 자동 시스템의 결과물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인간 활동이 점점 줄고</a:t>
            </a:r>
            <a:r>
              <a:rPr lang="en-US" altLang="ko-KR" sz="1200" dirty="0"/>
              <a:t>, </a:t>
            </a:r>
            <a:r>
              <a:rPr lang="ko-KR" altLang="en-US" sz="1200" dirty="0"/>
              <a:t>알고리즘을 먹여 살리는 중</a:t>
            </a:r>
            <a:endParaRPr lang="en-US" altLang="ko-KR" sz="1200" dirty="0"/>
          </a:p>
          <a:p>
            <a:endParaRPr lang="ko-KR" altLang="en-US" sz="1200" b="1" dirty="0"/>
          </a:p>
        </p:txBody>
      </p:sp>
      <p:pic>
        <p:nvPicPr>
          <p:cNvPr id="4" name="Picture 2" descr="Stream 죽은 인터넷 이론 by 공상기록 | Listen online for free on SoundCloud">
            <a:extLst>
              <a:ext uri="{FF2B5EF4-FFF2-40B4-BE49-F238E27FC236}">
                <a16:creationId xmlns:a16="http://schemas.microsoft.com/office/drawing/2014/main" id="{A535B4F9-864B-BC0F-4093-517645A42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1049" y="2008918"/>
            <a:ext cx="2381250" cy="238125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275DD60-7EC7-3D3F-204F-A1A31EE2C457}"/>
              </a:ext>
            </a:extLst>
          </p:cNvPr>
          <p:cNvSpPr txBox="1"/>
          <p:nvPr/>
        </p:nvSpPr>
        <p:spPr>
          <a:xfrm>
            <a:off x="942679" y="1506022"/>
            <a:ext cx="604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기사의 댓글이 사람인지 </a:t>
            </a:r>
            <a:r>
              <a:rPr lang="en-US" altLang="ko-KR" b="1" dirty="0"/>
              <a:t>AI</a:t>
            </a:r>
            <a:r>
              <a:rPr lang="ko-KR" altLang="en-US" b="1" dirty="0"/>
              <a:t>인지 분류하는 모델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6302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A7F6-DCEB-7D79-4E5C-A4AFE59F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E1CDB-A5F7-6D32-AAC7-EA685876C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77412" cy="1325563"/>
          </a:xfrm>
        </p:spPr>
        <p:txBody>
          <a:bodyPr/>
          <a:lstStyle/>
          <a:p>
            <a:r>
              <a:rPr lang="ko-KR" altLang="en-US" b="1" dirty="0"/>
              <a:t>죽은 인터넷 이론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5B362-E55D-7019-0C28-946CB2622FE4}"/>
              </a:ext>
            </a:extLst>
          </p:cNvPr>
          <p:cNvSpPr txBox="1"/>
          <p:nvPr/>
        </p:nvSpPr>
        <p:spPr>
          <a:xfrm>
            <a:off x="1081586" y="2369919"/>
            <a:ext cx="4404815" cy="17235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사람 댓글</a:t>
            </a:r>
            <a:endParaRPr lang="en-US" altLang="ko-KR" sz="2000" b="1" dirty="0"/>
          </a:p>
          <a:p>
            <a:endParaRPr lang="en-US" altLang="ko-KR" b="1" dirty="0"/>
          </a:p>
          <a:p>
            <a:r>
              <a:rPr lang="en-US" altLang="ko-KR" sz="1600" dirty="0"/>
              <a:t>1. </a:t>
            </a:r>
            <a:r>
              <a:rPr lang="ko-KR" altLang="en-US" sz="1600" dirty="0"/>
              <a:t>시점 필터링</a:t>
            </a:r>
            <a:endParaRPr lang="en-US" altLang="ko-K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/>
              <a:t>AI</a:t>
            </a:r>
            <a:r>
              <a:rPr lang="ko-KR" altLang="en-US" sz="1200" dirty="0"/>
              <a:t>대중적으로 이용 전 </a:t>
            </a:r>
            <a:r>
              <a:rPr lang="en-US" altLang="ko-KR" sz="1200" dirty="0"/>
              <a:t>2020</a:t>
            </a:r>
            <a:r>
              <a:rPr lang="ko-KR" altLang="en-US" sz="1200" dirty="0"/>
              <a:t>년 이전의 기사</a:t>
            </a:r>
            <a:r>
              <a:rPr lang="en-US" altLang="ko-KR" sz="1200" dirty="0"/>
              <a:t>, </a:t>
            </a:r>
            <a:r>
              <a:rPr lang="ko-KR" altLang="en-US" sz="1200" dirty="0"/>
              <a:t>댓글 </a:t>
            </a:r>
            <a:r>
              <a:rPr lang="ko-KR" altLang="en-US" sz="1200" dirty="0" err="1"/>
              <a:t>크롤링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주제 균형</a:t>
            </a:r>
            <a:endParaRPr lang="en-US" altLang="ko-K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뉴스 플랫폼별 샘플링</a:t>
            </a:r>
            <a:r>
              <a:rPr lang="en-US" altLang="ko-KR" sz="1200" dirty="0"/>
              <a:t>(</a:t>
            </a:r>
            <a:r>
              <a:rPr lang="ko-KR" altLang="en-US" sz="1200" dirty="0"/>
              <a:t>정치</a:t>
            </a:r>
            <a:r>
              <a:rPr lang="en-US" altLang="ko-KR" sz="1200" dirty="0"/>
              <a:t>/</a:t>
            </a:r>
            <a:r>
              <a:rPr lang="ko-KR" altLang="en-US" sz="1200" dirty="0"/>
              <a:t>경제</a:t>
            </a:r>
            <a:r>
              <a:rPr lang="en-US" altLang="ko-KR" sz="1200" dirty="0"/>
              <a:t>/</a:t>
            </a:r>
            <a:r>
              <a:rPr lang="ko-KR" altLang="en-US" sz="1200" dirty="0"/>
              <a:t>연예 등 다양화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AC2FDB-7055-27F8-C827-5DFEE8E90704}"/>
              </a:ext>
            </a:extLst>
          </p:cNvPr>
          <p:cNvSpPr txBox="1"/>
          <p:nvPr/>
        </p:nvSpPr>
        <p:spPr>
          <a:xfrm>
            <a:off x="6705600" y="2369920"/>
            <a:ext cx="4404815" cy="23391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Ai </a:t>
            </a:r>
            <a:r>
              <a:rPr lang="ko-KR" altLang="en-US" sz="2000" b="1" dirty="0"/>
              <a:t>생성 댓글</a:t>
            </a:r>
            <a:endParaRPr lang="en-US" altLang="ko-KR" sz="2000" b="1" dirty="0"/>
          </a:p>
          <a:p>
            <a:endParaRPr lang="en-US" altLang="ko-KR" b="1" dirty="0"/>
          </a:p>
          <a:p>
            <a:r>
              <a:rPr lang="en-US" altLang="ko-KR" sz="1600" dirty="0"/>
              <a:t>1. AI </a:t>
            </a:r>
            <a:r>
              <a:rPr lang="ko-KR" altLang="en-US" sz="1600" dirty="0"/>
              <a:t>생성 데이터</a:t>
            </a:r>
            <a:endParaRPr lang="en-US" altLang="ko-K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 err="1"/>
              <a:t>Ollama</a:t>
            </a:r>
            <a:r>
              <a:rPr lang="en-US" altLang="ko-KR" sz="1200" dirty="0"/>
              <a:t> ChatGPT-OSS</a:t>
            </a:r>
            <a:r>
              <a:rPr lang="ko-KR" altLang="en-US" sz="1200" dirty="0"/>
              <a:t>로 기사를 바탕으로 댓글 생성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댓글 길이 분포</a:t>
            </a:r>
            <a:endParaRPr lang="en-US" altLang="ko-KR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/>
              <a:t>길이 분포를 맞춰야 함</a:t>
            </a:r>
            <a:endParaRPr lang="en-US" altLang="ko-K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맑은 고딕" panose="02110004020202020204"/>
                <a:ea typeface="맑은 고딕" panose="020B0503020000020004" pitchFamily="50" charset="-127"/>
              </a:rPr>
              <a:t>3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.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110004020202020204"/>
                <a:ea typeface="맑은 고딕" panose="020B0503020000020004" pitchFamily="50" charset="-127"/>
                <a:cs typeface="+mn-cs"/>
              </a:rPr>
              <a:t>댓글 생성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altLang="ko-KR" sz="1200" dirty="0"/>
              <a:t>AI</a:t>
            </a:r>
            <a:r>
              <a:rPr lang="ko-KR" altLang="en-US" sz="1200" dirty="0"/>
              <a:t>가 만든 댓글을 다시 </a:t>
            </a:r>
            <a:r>
              <a:rPr lang="ko-KR" altLang="en-US" sz="1200" b="1" dirty="0" err="1"/>
              <a:t>패러프레이징</a:t>
            </a:r>
            <a:r>
              <a:rPr lang="ko-KR" altLang="en-US" sz="1200" b="1" dirty="0"/>
              <a:t> 모델</a:t>
            </a:r>
            <a:endParaRPr lang="ko-KR" altLang="en-US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32A8B1-E5DF-5A5A-821F-8DC685038554}"/>
              </a:ext>
            </a:extLst>
          </p:cNvPr>
          <p:cNvSpPr txBox="1"/>
          <p:nvPr/>
        </p:nvSpPr>
        <p:spPr>
          <a:xfrm>
            <a:off x="942679" y="1506022"/>
            <a:ext cx="6044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 수집</a:t>
            </a:r>
          </a:p>
        </p:txBody>
      </p:sp>
    </p:spTree>
    <p:extLst>
      <p:ext uri="{BB962C8B-B14F-4D97-AF65-F5344CB8AC3E}">
        <p14:creationId xmlns:p14="http://schemas.microsoft.com/office/powerpoint/2010/main" val="3869381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</TotalTime>
  <Words>166</Words>
  <Application>Microsoft Office PowerPoint</Application>
  <PresentationFormat>와이드스크린</PresentationFormat>
  <Paragraphs>30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Dead Internet Theory </vt:lpstr>
      <vt:lpstr>죽은 인터넷 이론</vt:lpstr>
      <vt:lpstr>죽은 인터넷 이론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김산[컴퓨터정보공학과]</dc:creator>
  <cp:lastModifiedBy>김산[컴퓨터정보공학과]</cp:lastModifiedBy>
  <cp:revision>83</cp:revision>
  <dcterms:created xsi:type="dcterms:W3CDTF">2025-08-25T11:33:42Z</dcterms:created>
  <dcterms:modified xsi:type="dcterms:W3CDTF">2025-10-27T16:26:35Z</dcterms:modified>
</cp:coreProperties>
</file>